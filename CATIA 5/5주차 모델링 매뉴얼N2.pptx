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4" r:id="rId4"/>
    <p:sldId id="335" r:id="rId5"/>
    <p:sldId id="339" r:id="rId6"/>
    <p:sldId id="270" r:id="rId7"/>
    <p:sldId id="325" r:id="rId8"/>
    <p:sldId id="329" r:id="rId9"/>
    <p:sldId id="326" r:id="rId10"/>
    <p:sldId id="327" r:id="rId11"/>
    <p:sldId id="328" r:id="rId12"/>
    <p:sldId id="330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31" r:id="rId29"/>
    <p:sldId id="321" r:id="rId30"/>
    <p:sldId id="322" r:id="rId31"/>
    <p:sldId id="324" r:id="rId32"/>
    <p:sldId id="281" r:id="rId33"/>
    <p:sldId id="284" r:id="rId34"/>
    <p:sldId id="285" r:id="rId35"/>
    <p:sldId id="286" r:id="rId36"/>
    <p:sldId id="287" r:id="rId37"/>
    <p:sldId id="282" r:id="rId38"/>
    <p:sldId id="337" r:id="rId39"/>
    <p:sldId id="336" r:id="rId40"/>
    <p:sldId id="338" r:id="rId41"/>
    <p:sldId id="289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21635-C0A9-E05A-9AEA-87B37928F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3CDCE7-BA75-FE13-1360-C970820A2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6CEEA-D6B7-D757-3D94-E97E1ADBC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B9626-24FB-D906-6C92-38995986C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C0A73B-7391-5044-6888-47F9CB31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15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1D498-38BB-65D9-29C9-D0209002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FCE54F-557E-A29B-29A5-C1FE908D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F5957-7E1F-B6BB-8F76-18F39269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7A9C9A-60C1-07F9-016E-893064D4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C3B64-3B83-67EB-ACCD-80B21C96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3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D669A-3404-A91F-3FD5-421CA9AB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220CEE-F176-9D58-F386-6968F0098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865B4-434C-F0B4-5527-430B58AFE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73563-1162-89D6-9DB0-8840CCAE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C5E72-ADC1-5061-08D8-D6BB6D97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9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C3BD4-A360-DF1A-1FC2-5C6D9FA0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86AFF4-3303-E87F-293C-CEDCA3A64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782A08-ACF8-0EAD-C133-A88C52E68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395DD9-B40E-2E12-C676-70C62106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0482E4-CFE7-0A59-0044-8B4937E2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AC92B2-74ED-D70A-286E-8E20021E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51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CF448-A22B-3C8B-59C9-A712A2B9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623C25-2F82-CADE-C7A9-C824A4184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F7749C-D768-6CF8-19D9-633DE56CC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6C9990-276F-164C-45C6-EC3EE2500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EFFCAD-F7D4-14B3-6A6D-C15C332A3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7003709-BDEB-F9E9-E887-78880F5DC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AF93A5-F0C1-3FB1-5DA2-2A5E6199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01A13D-DBB7-8DF1-27DD-EE9AF5B4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54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0837F-1AAE-4BF5-711D-A5F6FC86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B5B1B73-DD42-52C9-6B89-CE4ECF1B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32C4-8AC2-097F-5BEB-E46EA64AF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6E2C34-7A1F-3033-85EB-0FBEE30F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99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A1A833-C155-1E58-9522-B3847F37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FEFC59-F651-4787-FBBE-1D60C1EC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D8549B-49DB-F801-1D5B-42F96A6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18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3C3DB-8EBF-76FA-FF28-85A384FAF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61BADA-B42A-80BE-A951-2DCAD796F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B39CFD-0299-14FD-8F4A-F42FC139F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95E049-F499-B950-9A7E-9B529051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FD5F97-82E2-3BAD-E219-4111D214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752B5E-A553-DDD2-0D33-1456525F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682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7AEA3-047D-C2F0-9A90-555C4F24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FC03F8-5125-70D3-2000-C557E5D23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76BCAF-C831-59D7-2F59-DF8482296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E3B5F7-4548-C514-73EC-0C65FFCE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C387EA-AA14-CB83-5A4A-11D6EE6B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386301-E39A-73E0-5FE4-345BF0002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7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6BFEB-F724-3B5D-DBBC-C243812F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FC445D-EF07-01D2-744B-47742908E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67CBB8-3BC2-0B72-BFA3-6E756FA51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B7E16C-13D2-E6A8-0964-F47E05B9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CBBE69-D23C-F593-8AEE-EB64E444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81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54B2E7-E4EB-8D6B-A659-E05270E63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DB84CE-D0DB-9F27-6BFA-4EB90C262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1CDA44-D049-AAE9-D43F-3EAACD7C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BD3B1F-F770-33C7-E5F9-DC05A43E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AB2348-BEFC-6733-4599-3AC7D840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496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0C442C-EF26-1508-5E6F-8E13E1F8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EB6F85-D296-30E8-33D4-7BFC725B2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5FFA1E-2F30-0A81-469B-4A84E69EA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CEC13-7A2B-4A34-A9C7-14B63BD52AAA}" type="datetimeFigureOut">
              <a:rPr lang="ko-KR" altLang="en-US" smtClean="0"/>
              <a:t>2024-10-15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121CC-D123-8AD3-8A68-99787FD00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FC92D1-DAD8-FF47-3DF4-8366CB0DA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9C85-9714-4AD0-BF1F-D14E0362A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15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A65B42-2D3F-46EE-018B-085A7E00A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8" y="1682464"/>
            <a:ext cx="1800476" cy="457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C8166C-0D8A-15C8-FA5B-EFA820757BE8}"/>
              </a:ext>
            </a:extLst>
          </p:cNvPr>
          <p:cNvSpPr txBox="1"/>
          <p:nvPr/>
        </p:nvSpPr>
        <p:spPr>
          <a:xfrm>
            <a:off x="548640" y="722376"/>
            <a:ext cx="901446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ko-KR" altLang="en-US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주차 모델링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C89182-EAE0-02A7-790B-B6EA7D060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814" y="1682464"/>
            <a:ext cx="6268325" cy="4286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1593F9D-18BB-4B9B-1781-3A85C49E551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077" y="2324859"/>
            <a:ext cx="6894251" cy="402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4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847CBB-6B12-3186-ECB3-FDABD3A6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74" y="2933382"/>
            <a:ext cx="5915851" cy="22767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5FCA16-C777-D7D4-A133-2435C8897204}"/>
              </a:ext>
            </a:extLst>
          </p:cNvPr>
          <p:cNvSpPr txBox="1"/>
          <p:nvPr/>
        </p:nvSpPr>
        <p:spPr>
          <a:xfrm>
            <a:off x="1028700" y="1066800"/>
            <a:ext cx="2606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Angle/Normal to plane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19A467-7461-F396-4F94-BB75280E249D}"/>
              </a:ext>
            </a:extLst>
          </p:cNvPr>
          <p:cNvSpPr txBox="1"/>
          <p:nvPr/>
        </p:nvSpPr>
        <p:spPr>
          <a:xfrm>
            <a:off x="1028699" y="1647825"/>
            <a:ext cx="9496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일정한 각도를 갖는 </a:t>
            </a:r>
            <a:r>
              <a:rPr lang="en-US" altLang="ko-KR"/>
              <a:t>plane 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/>
              <a:t>생성한다</a:t>
            </a:r>
            <a:r>
              <a:rPr lang="en-US" altLang="ko-KR"/>
              <a:t>. </a:t>
            </a:r>
            <a:r>
              <a:rPr lang="ko-KR" altLang="en-US"/>
              <a:t>이를 생성하기위해서는 축과 면을 설정해야한다</a:t>
            </a:r>
            <a:r>
              <a:rPr lang="en-US" altLang="ko-KR"/>
              <a:t>. </a:t>
            </a:r>
            <a:r>
              <a:rPr lang="ko-KR" altLang="en-US"/>
              <a:t>즉 </a:t>
            </a:r>
            <a:r>
              <a:rPr lang="en-US" altLang="ko-KR"/>
              <a:t>Reference</a:t>
            </a:r>
            <a:r>
              <a:rPr lang="ko-KR" altLang="en-US"/>
              <a:t>가 되는 면을 결정해야 하며 회전각도도 설정해야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481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66F844-CF96-4532-9BAB-F1C9651A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995" y="1775150"/>
            <a:ext cx="3038899" cy="180047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580AF04-1839-4721-B585-11E455789E02}"/>
              </a:ext>
            </a:extLst>
          </p:cNvPr>
          <p:cNvSpPr/>
          <p:nvPr/>
        </p:nvSpPr>
        <p:spPr>
          <a:xfrm rot="19644968">
            <a:off x="6645563" y="4074390"/>
            <a:ext cx="508000" cy="4410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84E4FBB0-6DD9-427A-B57B-92971DC532C3}"/>
              </a:ext>
            </a:extLst>
          </p:cNvPr>
          <p:cNvCxnSpPr/>
          <p:nvPr/>
        </p:nvCxnSpPr>
        <p:spPr>
          <a:xfrm rot="10800000" flipV="1">
            <a:off x="5578763" y="4294907"/>
            <a:ext cx="1320800" cy="1126837"/>
          </a:xfrm>
          <a:prstGeom prst="curved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413BF1-472A-42A6-94A5-093423DC980D}"/>
              </a:ext>
            </a:extLst>
          </p:cNvPr>
          <p:cNvSpPr/>
          <p:nvPr/>
        </p:nvSpPr>
        <p:spPr>
          <a:xfrm>
            <a:off x="320822" y="927908"/>
            <a:ext cx="2051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lang="en-US" altLang="ko-KR" dirty="0">
                <a:solidFill>
                  <a:srgbClr val="353A90"/>
                </a:solidFill>
                <a:latin typeface="Verdana" panose="020B0604030504040204" pitchFamily="34" charset="0"/>
              </a:rPr>
              <a:t>Normal to curve</a:t>
            </a:r>
          </a:p>
        </p:txBody>
      </p:sp>
    </p:spTree>
    <p:extLst>
      <p:ext uri="{BB962C8B-B14F-4D97-AF65-F5344CB8AC3E}">
        <p14:creationId xmlns:p14="http://schemas.microsoft.com/office/powerpoint/2010/main" val="385474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61C28F6-B318-48DE-B1B1-0C1D73CEE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957" y="4306197"/>
            <a:ext cx="2335555" cy="195400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AEFB62D-1FBB-4688-A37E-ADAC02B5B01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8549" y="122923"/>
            <a:ext cx="2631367" cy="330607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1FB9A74-333A-45B8-BDE2-6E7C8E8EB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262" y="684605"/>
            <a:ext cx="3458058" cy="12574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23A596C-0163-4E3F-A688-8CC1AACFD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4303" y="2536843"/>
            <a:ext cx="4066788" cy="16041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9330CCA-C5F4-419D-9535-82D526E11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262" y="4672527"/>
            <a:ext cx="2615573" cy="1721474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DFDD308E-29E8-4EDC-BA6D-A146EAF5A72E}"/>
              </a:ext>
            </a:extLst>
          </p:cNvPr>
          <p:cNvSpPr/>
          <p:nvPr/>
        </p:nvSpPr>
        <p:spPr>
          <a:xfrm rot="1834846" flipV="1">
            <a:off x="4642734" y="3732127"/>
            <a:ext cx="369455" cy="2770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2AAA79CB-207C-490B-B95D-558EF0234BBC}"/>
              </a:ext>
            </a:extLst>
          </p:cNvPr>
          <p:cNvSpPr/>
          <p:nvPr/>
        </p:nvSpPr>
        <p:spPr>
          <a:xfrm rot="5400000" flipV="1">
            <a:off x="6888861" y="1101376"/>
            <a:ext cx="369455" cy="2770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56B357DA-384F-4572-B560-1503538C082F}"/>
              </a:ext>
            </a:extLst>
          </p:cNvPr>
          <p:cNvSpPr/>
          <p:nvPr/>
        </p:nvSpPr>
        <p:spPr>
          <a:xfrm rot="7710742" flipV="1">
            <a:off x="8781952" y="2132517"/>
            <a:ext cx="369455" cy="2770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2ACED15C-14D5-4D45-9DD3-1696FA0CF8C2}"/>
              </a:ext>
            </a:extLst>
          </p:cNvPr>
          <p:cNvSpPr/>
          <p:nvPr/>
        </p:nvSpPr>
        <p:spPr>
          <a:xfrm rot="12864331" flipV="1">
            <a:off x="9479583" y="4231161"/>
            <a:ext cx="369455" cy="27709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A8D6512-2885-492D-823C-9592CC3603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733" y="849068"/>
            <a:ext cx="304843" cy="304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45BD86-3A69-4F75-B743-80FF98DB29FB}"/>
              </a:ext>
            </a:extLst>
          </p:cNvPr>
          <p:cNvSpPr txBox="1"/>
          <p:nvPr/>
        </p:nvSpPr>
        <p:spPr>
          <a:xfrm>
            <a:off x="877444" y="823195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Rib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207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126" y="788960"/>
            <a:ext cx="342948" cy="3905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45BD86-3A69-4F75-B743-80FF98DB29FB}"/>
              </a:ext>
            </a:extLst>
          </p:cNvPr>
          <p:cNvSpPr txBox="1"/>
          <p:nvPr/>
        </p:nvSpPr>
        <p:spPr>
          <a:xfrm>
            <a:off x="877444" y="82319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slot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7535" y="2049537"/>
            <a:ext cx="3291265" cy="276884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9886" y="2349500"/>
            <a:ext cx="4418404" cy="2295883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6489700" y="3225800"/>
            <a:ext cx="279400" cy="387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638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C88835-9CCB-42C1-9E30-13C619D44BA0}"/>
              </a:ext>
            </a:extLst>
          </p:cNvPr>
          <p:cNvSpPr txBox="1"/>
          <p:nvPr/>
        </p:nvSpPr>
        <p:spPr>
          <a:xfrm>
            <a:off x="505839" y="360135"/>
            <a:ext cx="2112159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/>
              <a:t>주차 </a:t>
            </a:r>
            <a:r>
              <a:rPr lang="ko-KR" altLang="en-US" dirty="0"/>
              <a:t>교육내용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37EB1-F8E3-4CAD-8115-537A31E3FEE2}"/>
              </a:ext>
            </a:extLst>
          </p:cNvPr>
          <p:cNvSpPr txBox="1"/>
          <p:nvPr/>
        </p:nvSpPr>
        <p:spPr>
          <a:xfrm>
            <a:off x="550893" y="1643560"/>
            <a:ext cx="57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pad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CCCAE-51A6-422F-A4C6-6BD397B7749F}"/>
              </a:ext>
            </a:extLst>
          </p:cNvPr>
          <p:cNvSpPr txBox="1"/>
          <p:nvPr/>
        </p:nvSpPr>
        <p:spPr>
          <a:xfrm>
            <a:off x="518077" y="2259021"/>
            <a:ext cx="88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pocket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387D5A-10EA-4552-93A7-DE557A85AAC8}"/>
              </a:ext>
            </a:extLst>
          </p:cNvPr>
          <p:cNvSpPr txBox="1"/>
          <p:nvPr/>
        </p:nvSpPr>
        <p:spPr>
          <a:xfrm>
            <a:off x="1584725" y="1377264"/>
            <a:ext cx="695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shaft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695118-23C0-4EC6-845F-B7CD085685A9}"/>
              </a:ext>
            </a:extLst>
          </p:cNvPr>
          <p:cNvSpPr txBox="1"/>
          <p:nvPr/>
        </p:nvSpPr>
        <p:spPr>
          <a:xfrm>
            <a:off x="1551909" y="1992725"/>
            <a:ext cx="912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groove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C733F9-DBBF-4E31-8062-B76BE276E539}"/>
              </a:ext>
            </a:extLst>
          </p:cNvPr>
          <p:cNvSpPr txBox="1"/>
          <p:nvPr/>
        </p:nvSpPr>
        <p:spPr>
          <a:xfrm>
            <a:off x="1547457" y="2731092"/>
            <a:ext cx="935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pattern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19CBE8C-F462-42D9-B098-6E0AFC83FABA}"/>
              </a:ext>
            </a:extLst>
          </p:cNvPr>
          <p:cNvCxnSpPr/>
          <p:nvPr/>
        </p:nvCxnSpPr>
        <p:spPr>
          <a:xfrm>
            <a:off x="1044819" y="3622431"/>
            <a:ext cx="1010236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632BF82-3E35-4422-A184-71D405A9C38F}"/>
              </a:ext>
            </a:extLst>
          </p:cNvPr>
          <p:cNvSpPr txBox="1"/>
          <p:nvPr/>
        </p:nvSpPr>
        <p:spPr>
          <a:xfrm>
            <a:off x="1548676" y="3738379"/>
            <a:ext cx="2173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Project 3d element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C95AA-95A1-4CFE-BCA6-3FD69E1A550D}"/>
              </a:ext>
            </a:extLst>
          </p:cNvPr>
          <p:cNvSpPr txBox="1"/>
          <p:nvPr/>
        </p:nvSpPr>
        <p:spPr>
          <a:xfrm>
            <a:off x="1548676" y="4147266"/>
            <a:ext cx="62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Trim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2F9F27-4A4A-41D4-949D-1F5ABE8C326C}"/>
              </a:ext>
            </a:extLst>
          </p:cNvPr>
          <p:cNvSpPr txBox="1"/>
          <p:nvPr/>
        </p:nvSpPr>
        <p:spPr>
          <a:xfrm>
            <a:off x="1548676" y="4556153"/>
            <a:ext cx="130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Quick Trim</a:t>
            </a:r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F02DA2E-5412-476C-8EF9-A04B29935272}"/>
              </a:ext>
            </a:extLst>
          </p:cNvPr>
          <p:cNvCxnSpPr/>
          <p:nvPr/>
        </p:nvCxnSpPr>
        <p:spPr>
          <a:xfrm>
            <a:off x="1420712" y="1036917"/>
            <a:ext cx="0" cy="482697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1DEDA9-260C-452D-A976-9D5F684B0049}"/>
              </a:ext>
            </a:extLst>
          </p:cNvPr>
          <p:cNvSpPr txBox="1"/>
          <p:nvPr/>
        </p:nvSpPr>
        <p:spPr>
          <a:xfrm>
            <a:off x="1548676" y="4965041"/>
            <a:ext cx="2175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Centered rectangle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FFDF77-C172-41C8-97B4-C3686073C4AD}"/>
              </a:ext>
            </a:extLst>
          </p:cNvPr>
          <p:cNvSpPr txBox="1"/>
          <p:nvPr/>
        </p:nvSpPr>
        <p:spPr>
          <a:xfrm>
            <a:off x="1547457" y="5435418"/>
            <a:ext cx="179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Elongated Hole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CD822AD-0B42-462A-839B-715C1AADA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091" y="5530472"/>
            <a:ext cx="323895" cy="33342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D8001E8-A1E0-4138-92BB-5D28B0DF1A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8194" y="207344"/>
            <a:ext cx="1565044" cy="12224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5FCF046-0390-45A0-8B4F-65BFA996E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838" y="4934599"/>
            <a:ext cx="342948" cy="41915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34AE292-D573-4D1D-954D-DE058C5E7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213" y="4596011"/>
            <a:ext cx="495369" cy="37152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AC65986-14C1-428E-8F60-E3BEC7DA5F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4576" y="4125669"/>
            <a:ext cx="333422" cy="38105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48B18E7-CAA8-46AC-8E44-45991B56D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4785" y="3708612"/>
            <a:ext cx="333422" cy="35247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6F595D-173F-4B4F-938B-2B71826D319F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2560" y="1330667"/>
            <a:ext cx="320030" cy="3859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F9543E0-4D81-42D8-85F5-E35BDE1FB5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5583" y="2022417"/>
            <a:ext cx="320031" cy="39761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D54A6AE-E165-4447-942A-5691E87FDD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2462" y="2767256"/>
            <a:ext cx="395563" cy="364335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417A760-226B-4C28-9004-93C53F21BE84}"/>
              </a:ext>
            </a:extLst>
          </p:cNvPr>
          <p:cNvCxnSpPr/>
          <p:nvPr/>
        </p:nvCxnSpPr>
        <p:spPr>
          <a:xfrm>
            <a:off x="4578568" y="1036917"/>
            <a:ext cx="0" cy="482697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B8D61E6-4C8D-4215-9E38-45916DFA3149}"/>
              </a:ext>
            </a:extLst>
          </p:cNvPr>
          <p:cNvSpPr txBox="1"/>
          <p:nvPr/>
        </p:nvSpPr>
        <p:spPr>
          <a:xfrm>
            <a:off x="5241799" y="4042164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Plane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7DBE81-7192-4DA4-90FF-472E6BB83FBE}"/>
              </a:ext>
            </a:extLst>
          </p:cNvPr>
          <p:cNvSpPr txBox="1"/>
          <p:nvPr/>
        </p:nvSpPr>
        <p:spPr>
          <a:xfrm>
            <a:off x="5270322" y="4659051"/>
            <a:ext cx="83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Mirror</a:t>
            </a:r>
            <a:endParaRPr lang="ko-KR" altLang="en-US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F0EB04-1ADA-4941-9A24-C18EA11E8D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7230" y="4697042"/>
            <a:ext cx="419158" cy="37152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A05899C-EA22-4701-97DB-E4BE6F668C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5335" y="4009358"/>
            <a:ext cx="342948" cy="381053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0889" y="1708049"/>
            <a:ext cx="304843" cy="30484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81600" y="1682176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Rib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52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59" y="1957182"/>
            <a:ext cx="5058481" cy="2943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338AD8-3C4E-A46D-0ACE-B2750FF5EB83}"/>
              </a:ext>
            </a:extLst>
          </p:cNvPr>
          <p:cNvSpPr txBox="1"/>
          <p:nvPr/>
        </p:nvSpPr>
        <p:spPr>
          <a:xfrm>
            <a:off x="802433" y="79504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연습과제 </a:t>
            </a:r>
            <a:r>
              <a:rPr lang="en-US" altLang="ko-KR"/>
              <a:t>5-1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AE9B0F-3FF1-A717-2118-AD4B507CD84B}"/>
              </a:ext>
            </a:extLst>
          </p:cNvPr>
          <p:cNvSpPr/>
          <p:nvPr/>
        </p:nvSpPr>
        <p:spPr>
          <a:xfrm>
            <a:off x="2547257" y="933061"/>
            <a:ext cx="9644743" cy="93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975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323" y="2019116"/>
            <a:ext cx="4505954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8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46" y="1652339"/>
            <a:ext cx="8287907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57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213" y="2031827"/>
            <a:ext cx="3753374" cy="247684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05" y="2084211"/>
            <a:ext cx="4229690" cy="2524477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314950" y="2876550"/>
            <a:ext cx="336550" cy="590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60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799" y="2108199"/>
            <a:ext cx="4012122" cy="37929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962" y="2922587"/>
            <a:ext cx="4029075" cy="2371725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695950" y="3860800"/>
            <a:ext cx="349250" cy="355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650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68" y="2282661"/>
            <a:ext cx="3677163" cy="2343477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6400800" y="3263899"/>
            <a:ext cx="23495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399073" y="2263610"/>
            <a:ext cx="3781953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4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338AD8-3C4E-A46D-0ACE-B2750FF5EB83}"/>
              </a:ext>
            </a:extLst>
          </p:cNvPr>
          <p:cNvSpPr txBox="1"/>
          <p:nvPr/>
        </p:nvSpPr>
        <p:spPr>
          <a:xfrm>
            <a:off x="802433" y="79504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연습과제 </a:t>
            </a:r>
            <a:r>
              <a:rPr lang="en-US" altLang="ko-KR"/>
              <a:t>5-2</a:t>
            </a: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AE9B0F-3FF1-A717-2118-AD4B507CD84B}"/>
              </a:ext>
            </a:extLst>
          </p:cNvPr>
          <p:cNvSpPr/>
          <p:nvPr/>
        </p:nvSpPr>
        <p:spPr>
          <a:xfrm>
            <a:off x="2547257" y="933061"/>
            <a:ext cx="9644743" cy="93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883" y="2411200"/>
            <a:ext cx="5255467" cy="263546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4138" y="2276592"/>
            <a:ext cx="4629562" cy="2904677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6527800" y="3486150"/>
            <a:ext cx="24765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33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6588" y="2343150"/>
            <a:ext cx="5511964" cy="2692626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6369050" y="3448050"/>
            <a:ext cx="374650" cy="444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9393" y="2136531"/>
            <a:ext cx="3645307" cy="30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73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222" y="936288"/>
            <a:ext cx="6134956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14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81" y="577446"/>
            <a:ext cx="4029637" cy="5792008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5892800" y="3187700"/>
            <a:ext cx="247650" cy="4254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423" y="663183"/>
            <a:ext cx="3962953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12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6699" y="1143000"/>
            <a:ext cx="3721663" cy="4775585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5543550" y="3244850"/>
            <a:ext cx="273050" cy="336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950" y="926788"/>
            <a:ext cx="3762900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03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842601"/>
            <a:ext cx="11403016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810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62128" y="1176023"/>
            <a:ext cx="4067743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00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6478097-9AC2-7AE1-CCC9-EDE644F89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57" y="1533715"/>
            <a:ext cx="9296400" cy="35528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338AD8-3C4E-A46D-0ACE-B2750FF5EB83}"/>
              </a:ext>
            </a:extLst>
          </p:cNvPr>
          <p:cNvSpPr txBox="1"/>
          <p:nvPr/>
        </p:nvSpPr>
        <p:spPr>
          <a:xfrm>
            <a:off x="802433" y="79504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연습과제 </a:t>
            </a:r>
            <a:r>
              <a:rPr lang="en-US" altLang="ko-KR"/>
              <a:t>5-3</a:t>
            </a: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AE9B0F-3FF1-A717-2118-AD4B507CD84B}"/>
              </a:ext>
            </a:extLst>
          </p:cNvPr>
          <p:cNvSpPr/>
          <p:nvPr/>
        </p:nvSpPr>
        <p:spPr>
          <a:xfrm>
            <a:off x="2547257" y="933061"/>
            <a:ext cx="9644743" cy="93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BB17B1-7D71-4229-AF07-CC1D32C99F1A}"/>
              </a:ext>
            </a:extLst>
          </p:cNvPr>
          <p:cNvSpPr txBox="1"/>
          <p:nvPr/>
        </p:nvSpPr>
        <p:spPr>
          <a:xfrm>
            <a:off x="4636727" y="1235472"/>
            <a:ext cx="665438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여기 평면에서 아래로 </a:t>
            </a:r>
            <a:r>
              <a:rPr lang="en-US" altLang="ko-KR" dirty="0"/>
              <a:t>5</a:t>
            </a:r>
            <a:r>
              <a:rPr lang="ko-KR" altLang="en-US" dirty="0"/>
              <a:t>정도 </a:t>
            </a:r>
            <a:r>
              <a:rPr lang="ko-KR" altLang="en-US" dirty="0" err="1"/>
              <a:t>오프셋시켜서</a:t>
            </a:r>
            <a:r>
              <a:rPr lang="ko-KR" altLang="en-US" dirty="0"/>
              <a:t> 평면을 형성시킨다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6F2A857-46FA-49D6-B470-E2AB76520710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4213740" y="1420138"/>
            <a:ext cx="422987" cy="15503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850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375" y="1012825"/>
            <a:ext cx="581025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46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855" y="898164"/>
            <a:ext cx="4229690" cy="51632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0DD3D0-94F6-8B18-58AA-B74AB7E2BA20}"/>
              </a:ext>
            </a:extLst>
          </p:cNvPr>
          <p:cNvSpPr txBox="1"/>
          <p:nvPr/>
        </p:nvSpPr>
        <p:spPr>
          <a:xfrm>
            <a:off x="1129167" y="3082799"/>
            <a:ext cx="62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Trim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F6AA70-4AFB-B0F3-2547-8DA247245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067" y="3061202"/>
            <a:ext cx="333422" cy="38105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83" y="3849665"/>
            <a:ext cx="400106" cy="3143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0DD3D0-94F6-8B18-58AA-B74AB7E2BA20}"/>
              </a:ext>
            </a:extLst>
          </p:cNvPr>
          <p:cNvSpPr txBox="1"/>
          <p:nvPr/>
        </p:nvSpPr>
        <p:spPr>
          <a:xfrm>
            <a:off x="373517" y="3820102"/>
            <a:ext cx="1220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QuickTrim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2597150" y="2305050"/>
            <a:ext cx="2000702" cy="889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2597150" y="3943350"/>
            <a:ext cx="3060700" cy="393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669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839" y="299601"/>
            <a:ext cx="4458322" cy="625879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799" y="3757586"/>
            <a:ext cx="362001" cy="3715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6200" y="3765550"/>
            <a:ext cx="88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Corner</a:t>
            </a:r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3200400" y="4000500"/>
            <a:ext cx="1847850" cy="5270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>
            <a:off x="3162300" y="3987800"/>
            <a:ext cx="3035300" cy="5524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254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899" y="1898429"/>
            <a:ext cx="8249801" cy="31627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0750" y="914400"/>
            <a:ext cx="284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임의 점에 평면을 만든다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657" y="509531"/>
            <a:ext cx="1152686" cy="809738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7185186" y="925569"/>
            <a:ext cx="393700" cy="393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766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574" y="1614234"/>
            <a:ext cx="6458851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44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1199839"/>
            <a:ext cx="7935432" cy="4458322"/>
          </a:xfrm>
          <a:prstGeom prst="rect">
            <a:avLst/>
          </a:prstGeom>
        </p:spPr>
      </p:pic>
      <p:cxnSp>
        <p:nvCxnSpPr>
          <p:cNvPr id="4" name="직선 화살표 연결선 3"/>
          <p:cNvCxnSpPr/>
          <p:nvPr/>
        </p:nvCxnSpPr>
        <p:spPr>
          <a:xfrm flipH="1">
            <a:off x="4629150" y="1981200"/>
            <a:ext cx="1600200" cy="1016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H="1">
            <a:off x="4946650" y="2324100"/>
            <a:ext cx="1428750" cy="10604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937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059" y="1804739"/>
            <a:ext cx="8459381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640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F16CCCD-A6E3-4FE7-A80F-E7E40FCFE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56" y="1255421"/>
            <a:ext cx="3877216" cy="414395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391158D-3EFC-408B-935B-6D811991A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928" y="1517396"/>
            <a:ext cx="6268325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2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른쪽 화살표 3"/>
          <p:cNvSpPr/>
          <p:nvPr/>
        </p:nvSpPr>
        <p:spPr>
          <a:xfrm>
            <a:off x="5956585" y="3435348"/>
            <a:ext cx="361950" cy="635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0D9E79-DE11-48F6-B52A-4BDB74960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950" y="1896508"/>
            <a:ext cx="5553553" cy="37126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D74B6F-B37B-02F7-B41B-19F2B1F10A43}"/>
              </a:ext>
            </a:extLst>
          </p:cNvPr>
          <p:cNvSpPr txBox="1"/>
          <p:nvPr/>
        </p:nvSpPr>
        <p:spPr>
          <a:xfrm>
            <a:off x="1106424" y="994918"/>
            <a:ext cx="2440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Constraints</a:t>
            </a:r>
            <a:r>
              <a:rPr lang="ko-KR" altLang="en-US" dirty="0"/>
              <a:t>에서 </a:t>
            </a:r>
            <a:endParaRPr lang="en-US" altLang="ko-KR" dirty="0"/>
          </a:p>
          <a:p>
            <a:r>
              <a:rPr lang="en-US" altLang="ko-KR" dirty="0" err="1"/>
              <a:t>Conincidence</a:t>
            </a:r>
            <a:r>
              <a:rPr lang="en-US" altLang="ko-KR" dirty="0"/>
              <a:t> </a:t>
            </a:r>
            <a:r>
              <a:rPr lang="ko-KR" altLang="en-US" dirty="0"/>
              <a:t>를 체크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790" y="431800"/>
            <a:ext cx="1705635" cy="2010007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4736607" y="855218"/>
            <a:ext cx="121170" cy="1397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48F70F-F1CC-4DA9-B3E2-FA76AF23C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154320" y="1817329"/>
            <a:ext cx="2038635" cy="4134427"/>
          </a:xfrm>
          <a:prstGeom prst="rect">
            <a:avLst/>
          </a:prstGeom>
        </p:spPr>
      </p:pic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87ADA7DD-9E8C-4F0F-8D88-BC91CCBFA707}"/>
              </a:ext>
            </a:extLst>
          </p:cNvPr>
          <p:cNvSpPr/>
          <p:nvPr/>
        </p:nvSpPr>
        <p:spPr>
          <a:xfrm>
            <a:off x="2429164" y="3884542"/>
            <a:ext cx="184727" cy="18472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1B514A16-482C-49BA-B0DF-4F74C53799AE}"/>
              </a:ext>
            </a:extLst>
          </p:cNvPr>
          <p:cNvSpPr/>
          <p:nvPr/>
        </p:nvSpPr>
        <p:spPr>
          <a:xfrm>
            <a:off x="1403928" y="3976905"/>
            <a:ext cx="184727" cy="18472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40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른쪽 화살표 3"/>
          <p:cNvSpPr/>
          <p:nvPr/>
        </p:nvSpPr>
        <p:spPr>
          <a:xfrm>
            <a:off x="3798740" y="3085904"/>
            <a:ext cx="28575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52A109C-FB89-4E4F-86FE-67AD7F52E91A}"/>
              </a:ext>
            </a:extLst>
          </p:cNvPr>
          <p:cNvGrpSpPr/>
          <p:nvPr/>
        </p:nvGrpSpPr>
        <p:grpSpPr>
          <a:xfrm>
            <a:off x="4313726" y="1214128"/>
            <a:ext cx="7878274" cy="4429743"/>
            <a:chOff x="2156863" y="1214128"/>
            <a:chExt cx="7878274" cy="4429743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220418A-E623-4128-8BBF-807B09505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6863" y="1214128"/>
              <a:ext cx="7878274" cy="4429743"/>
            </a:xfrm>
            <a:prstGeom prst="rect">
              <a:avLst/>
            </a:prstGeom>
          </p:spPr>
        </p:pic>
        <p:sp>
          <p:nvSpPr>
            <p:cNvPr id="10" name="화살표: 아래쪽 9">
              <a:extLst>
                <a:ext uri="{FF2B5EF4-FFF2-40B4-BE49-F238E27FC236}">
                  <a16:creationId xmlns:a16="http://schemas.microsoft.com/office/drawing/2014/main" id="{25D7F824-2D27-44D1-BAAA-1AE42CF1E46D}"/>
                </a:ext>
              </a:extLst>
            </p:cNvPr>
            <p:cNvSpPr/>
            <p:nvPr/>
          </p:nvSpPr>
          <p:spPr>
            <a:xfrm>
              <a:off x="7934036" y="1911927"/>
              <a:ext cx="378691" cy="323273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아래쪽 10">
              <a:extLst>
                <a:ext uri="{FF2B5EF4-FFF2-40B4-BE49-F238E27FC236}">
                  <a16:creationId xmlns:a16="http://schemas.microsoft.com/office/drawing/2014/main" id="{C90586AA-8E95-49F5-9C99-3190B24E93DC}"/>
                </a:ext>
              </a:extLst>
            </p:cNvPr>
            <p:cNvSpPr/>
            <p:nvPr/>
          </p:nvSpPr>
          <p:spPr>
            <a:xfrm>
              <a:off x="5832935" y="1911926"/>
              <a:ext cx="378691" cy="323273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아래쪽 11">
              <a:extLst>
                <a:ext uri="{FF2B5EF4-FFF2-40B4-BE49-F238E27FC236}">
                  <a16:creationId xmlns:a16="http://schemas.microsoft.com/office/drawing/2014/main" id="{7D7B153F-C01F-458D-8AC1-C111B9E2EEA1}"/>
                </a:ext>
              </a:extLst>
            </p:cNvPr>
            <p:cNvSpPr/>
            <p:nvPr/>
          </p:nvSpPr>
          <p:spPr>
            <a:xfrm>
              <a:off x="6876644" y="4405745"/>
              <a:ext cx="378691" cy="323273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90D27A6C-C90D-455E-A0FA-5F6967514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12" y="2073562"/>
            <a:ext cx="3381847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4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5865" y="1382207"/>
            <a:ext cx="3416686" cy="422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53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338AD8-3C4E-A46D-0ACE-B2750FF5EB83}"/>
              </a:ext>
            </a:extLst>
          </p:cNvPr>
          <p:cNvSpPr txBox="1"/>
          <p:nvPr/>
        </p:nvSpPr>
        <p:spPr>
          <a:xfrm>
            <a:off x="802433" y="79504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연습과제 </a:t>
            </a:r>
            <a:r>
              <a:rPr lang="en-US" altLang="ko-KR"/>
              <a:t>5-4</a:t>
            </a: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5AE9B0F-3FF1-A717-2118-AD4B507CD84B}"/>
              </a:ext>
            </a:extLst>
          </p:cNvPr>
          <p:cNvSpPr/>
          <p:nvPr/>
        </p:nvSpPr>
        <p:spPr>
          <a:xfrm>
            <a:off x="2547257" y="933061"/>
            <a:ext cx="9644743" cy="93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261" y="2049253"/>
            <a:ext cx="2705478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65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81" y="1823805"/>
            <a:ext cx="3848637" cy="332468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671" y="2071489"/>
            <a:ext cx="3277057" cy="2829320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6210300" y="3279774"/>
            <a:ext cx="425450" cy="4127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8177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3046" y="2006600"/>
            <a:ext cx="4032724" cy="3524614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5753100" y="3530600"/>
            <a:ext cx="2413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431" y="1858878"/>
            <a:ext cx="3848637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22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81" y="1417352"/>
            <a:ext cx="3848637" cy="40867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7DBE81-7192-4DA4-90FF-472E6BB83FBE}"/>
              </a:ext>
            </a:extLst>
          </p:cNvPr>
          <p:cNvSpPr txBox="1"/>
          <p:nvPr/>
        </p:nvSpPr>
        <p:spPr>
          <a:xfrm>
            <a:off x="1778218" y="3435519"/>
            <a:ext cx="83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Mirror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F0EB04-1ADA-4941-9A24-C18EA11E8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26" y="3435519"/>
            <a:ext cx="419158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50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73" y="1795245"/>
            <a:ext cx="4143953" cy="311511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37" y="1425297"/>
            <a:ext cx="3591426" cy="3982006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5727700" y="3035300"/>
            <a:ext cx="400050" cy="50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76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982868" y="1488786"/>
            <a:ext cx="4220164" cy="4134427"/>
            <a:chOff x="3433468" y="1577686"/>
            <a:chExt cx="4220164" cy="413442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33468" y="1577686"/>
              <a:ext cx="4220164" cy="4134427"/>
            </a:xfrm>
            <a:prstGeom prst="rect">
              <a:avLst/>
            </a:prstGeom>
          </p:spPr>
        </p:pic>
        <p:sp>
          <p:nvSpPr>
            <p:cNvPr id="3" name="아래쪽 화살표 2"/>
            <p:cNvSpPr/>
            <p:nvPr/>
          </p:nvSpPr>
          <p:spPr>
            <a:xfrm rot="3788627">
              <a:off x="6496050" y="1936750"/>
              <a:ext cx="368300" cy="38735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아래쪽 화살표 3"/>
            <p:cNvSpPr/>
            <p:nvPr/>
          </p:nvSpPr>
          <p:spPr>
            <a:xfrm rot="7327734">
              <a:off x="6752026" y="4775200"/>
              <a:ext cx="368300" cy="38735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아래쪽 화살표 4"/>
            <p:cNvSpPr/>
            <p:nvPr/>
          </p:nvSpPr>
          <p:spPr>
            <a:xfrm rot="7327734">
              <a:off x="6681707" y="4257300"/>
              <a:ext cx="368300" cy="38735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47" y="1631893"/>
            <a:ext cx="400106" cy="409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71700" y="1631893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chamfer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9384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8DC33E0-9762-4FCC-90C4-6C598E34E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53" y="318329"/>
            <a:ext cx="514422" cy="2600688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8CB9779C-AC45-498F-9DA9-18854AAA36AE}"/>
              </a:ext>
            </a:extLst>
          </p:cNvPr>
          <p:cNvSpPr/>
          <p:nvPr/>
        </p:nvSpPr>
        <p:spPr>
          <a:xfrm>
            <a:off x="591127" y="1498600"/>
            <a:ext cx="361626" cy="24014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ED3648-F416-4B2E-B2E0-5E672249E67A}"/>
              </a:ext>
            </a:extLst>
          </p:cNvPr>
          <p:cNvSpPr txBox="1"/>
          <p:nvPr/>
        </p:nvSpPr>
        <p:spPr>
          <a:xfrm>
            <a:off x="1662546" y="1434007"/>
            <a:ext cx="4790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Shading</a:t>
            </a:r>
            <a:r>
              <a:rPr lang="ko-KR" altLang="en-US" dirty="0"/>
              <a:t> </a:t>
            </a:r>
            <a:r>
              <a:rPr lang="en-US" altLang="ko-KR" dirty="0"/>
              <a:t>with</a:t>
            </a:r>
            <a:r>
              <a:rPr lang="ko-KR" altLang="en-US" dirty="0"/>
              <a:t> </a:t>
            </a:r>
            <a:r>
              <a:rPr lang="en-US" altLang="ko-KR" dirty="0"/>
              <a:t>edges and hidden edges </a:t>
            </a:r>
            <a:r>
              <a:rPr lang="ko-KR" altLang="en-US" dirty="0"/>
              <a:t>선택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0BB7DC-7B7E-4EFD-BECC-B7404A669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434" y="2669309"/>
            <a:ext cx="1600661" cy="1901775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91E3EDF-6261-4800-A99E-B1E0BB96ADAC}"/>
              </a:ext>
            </a:extLst>
          </p:cNvPr>
          <p:cNvSpPr/>
          <p:nvPr/>
        </p:nvSpPr>
        <p:spPr>
          <a:xfrm>
            <a:off x="5375564" y="3429000"/>
            <a:ext cx="267854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76AC902-B91B-482E-9D56-5C991C29F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656" y="2669309"/>
            <a:ext cx="1645761" cy="201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74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457C1C2-0495-4C70-8773-31D3E7E39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67" y="1442595"/>
            <a:ext cx="4277322" cy="42201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995B948-9630-4098-9C14-7358616FA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910" y="1442595"/>
            <a:ext cx="6277851" cy="4286848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7DCD79DE-E725-44FB-974B-1B5FAEDE3680}"/>
              </a:ext>
            </a:extLst>
          </p:cNvPr>
          <p:cNvSpPr/>
          <p:nvPr/>
        </p:nvSpPr>
        <p:spPr>
          <a:xfrm>
            <a:off x="7546109" y="3029527"/>
            <a:ext cx="563418" cy="628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66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793A1EA-83C1-404E-A50A-E3F5D38B9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67" y="1487825"/>
            <a:ext cx="3362794" cy="3439005"/>
          </a:xfrm>
          <a:prstGeom prst="rect">
            <a:avLst/>
          </a:prstGeom>
        </p:spPr>
      </p:pic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4273DE30-F1FA-4E49-B58D-141ED204A6D3}"/>
              </a:ext>
            </a:extLst>
          </p:cNvPr>
          <p:cNvSpPr/>
          <p:nvPr/>
        </p:nvSpPr>
        <p:spPr>
          <a:xfrm>
            <a:off x="5403273" y="2900218"/>
            <a:ext cx="295563" cy="43410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08E790-C3C5-4A70-A412-DFFF522BE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513" y="1311883"/>
            <a:ext cx="5906688" cy="385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348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624123" y="1372891"/>
            <a:ext cx="3781953" cy="42392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7DBE81-7192-4DA4-90FF-472E6BB83FBE}"/>
              </a:ext>
            </a:extLst>
          </p:cNvPr>
          <p:cNvSpPr txBox="1"/>
          <p:nvPr/>
        </p:nvSpPr>
        <p:spPr>
          <a:xfrm>
            <a:off x="1778218" y="3435519"/>
            <a:ext cx="83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Mirror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F0EB04-1ADA-4941-9A24-C18EA11E8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26" y="3435519"/>
            <a:ext cx="419158" cy="371527"/>
          </a:xfrm>
          <a:prstGeom prst="rect">
            <a:avLst/>
          </a:prstGeom>
        </p:spPr>
      </p:pic>
      <p:sp>
        <p:nvSpPr>
          <p:cNvPr id="5" name="아래쪽 화살표 4"/>
          <p:cNvSpPr/>
          <p:nvPr/>
        </p:nvSpPr>
        <p:spPr>
          <a:xfrm rot="3788627">
            <a:off x="7854951" y="2667000"/>
            <a:ext cx="368300" cy="38735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아래쪽 화살표 5"/>
          <p:cNvSpPr/>
          <p:nvPr/>
        </p:nvSpPr>
        <p:spPr>
          <a:xfrm rot="17358170">
            <a:off x="4683634" y="3241844"/>
            <a:ext cx="368300" cy="38735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445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31361B1-5EED-B11D-863F-D8E4EFF4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12" y="1419225"/>
            <a:ext cx="6200775" cy="1190625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105E48F-703F-E877-E50C-7EDBAFA17CB1}"/>
              </a:ext>
            </a:extLst>
          </p:cNvPr>
          <p:cNvSpPr/>
          <p:nvPr/>
        </p:nvSpPr>
        <p:spPr>
          <a:xfrm>
            <a:off x="596485" y="2609850"/>
            <a:ext cx="594360" cy="59436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046" y="3174814"/>
            <a:ext cx="4143953" cy="266737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2451" y="3686299"/>
            <a:ext cx="4718510" cy="1936499"/>
          </a:xfrm>
          <a:prstGeom prst="rect">
            <a:avLst/>
          </a:prstGeom>
        </p:spPr>
      </p:pic>
      <p:sp>
        <p:nvSpPr>
          <p:cNvPr id="4" name="오른쪽 화살표 3"/>
          <p:cNvSpPr/>
          <p:nvPr/>
        </p:nvSpPr>
        <p:spPr>
          <a:xfrm>
            <a:off x="6381750" y="4248150"/>
            <a:ext cx="234950" cy="260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A9A64-9ECC-4F45-A3E5-78C0F7778DC8}"/>
              </a:ext>
            </a:extLst>
          </p:cNvPr>
          <p:cNvSpPr txBox="1"/>
          <p:nvPr/>
        </p:nvSpPr>
        <p:spPr>
          <a:xfrm>
            <a:off x="802433" y="795048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제출과제 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CF5DEC-38AF-4BDB-8FEC-20D5B7C5C2C2}"/>
              </a:ext>
            </a:extLst>
          </p:cNvPr>
          <p:cNvSpPr/>
          <p:nvPr/>
        </p:nvSpPr>
        <p:spPr>
          <a:xfrm>
            <a:off x="2547257" y="933061"/>
            <a:ext cx="9644743" cy="933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774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9AB3EBC0-499D-C839-9998-2E615DE7E484}"/>
              </a:ext>
            </a:extLst>
          </p:cNvPr>
          <p:cNvSpPr/>
          <p:nvPr/>
        </p:nvSpPr>
        <p:spPr>
          <a:xfrm>
            <a:off x="1298448" y="1224343"/>
            <a:ext cx="594360" cy="59436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2</a:t>
            </a:r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41140" y="2518525"/>
            <a:ext cx="3656460" cy="274913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7394" y="2565400"/>
            <a:ext cx="3762369" cy="2631573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6534150" y="3771900"/>
            <a:ext cx="254000" cy="3238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463800" y="1574800"/>
            <a:ext cx="5030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원호에 직선을 그려서 접선기호가 나오게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971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208" y="1025178"/>
            <a:ext cx="6687483" cy="49727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2C95AA-95A1-4CFE-BCA6-3FD69E1A550D}"/>
              </a:ext>
            </a:extLst>
          </p:cNvPr>
          <p:cNvSpPr txBox="1"/>
          <p:nvPr/>
        </p:nvSpPr>
        <p:spPr>
          <a:xfrm>
            <a:off x="1129736" y="2196125"/>
            <a:ext cx="62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Trim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C65986-14C1-428E-8F60-E3BEC7DA5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636" y="2174528"/>
            <a:ext cx="333422" cy="381053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AB3EBC0-499D-C839-9998-2E615DE7E484}"/>
              </a:ext>
            </a:extLst>
          </p:cNvPr>
          <p:cNvSpPr/>
          <p:nvPr/>
        </p:nvSpPr>
        <p:spPr>
          <a:xfrm>
            <a:off x="1298448" y="1224343"/>
            <a:ext cx="594360" cy="59436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890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623" y="236327"/>
            <a:ext cx="6173061" cy="301984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623" y="3446673"/>
            <a:ext cx="5915851" cy="3315163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AB3EBC0-499D-C839-9998-2E615DE7E484}"/>
              </a:ext>
            </a:extLst>
          </p:cNvPr>
          <p:cNvSpPr/>
          <p:nvPr/>
        </p:nvSpPr>
        <p:spPr>
          <a:xfrm>
            <a:off x="1298448" y="1224343"/>
            <a:ext cx="594360" cy="59436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2752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893" y="68037"/>
            <a:ext cx="6011114" cy="322942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656" y="3635166"/>
            <a:ext cx="6001588" cy="2991267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AB3EBC0-499D-C839-9998-2E615DE7E484}"/>
              </a:ext>
            </a:extLst>
          </p:cNvPr>
          <p:cNvSpPr/>
          <p:nvPr/>
        </p:nvSpPr>
        <p:spPr>
          <a:xfrm>
            <a:off x="1298448" y="1224343"/>
            <a:ext cx="594360" cy="59436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5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764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67" y="258598"/>
            <a:ext cx="5668166" cy="235300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798" y="3062106"/>
            <a:ext cx="6115904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727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322" y="202976"/>
            <a:ext cx="5953956" cy="320084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90" y="3522450"/>
            <a:ext cx="6001588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53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69" y="671127"/>
            <a:ext cx="5992061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18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522" y="613969"/>
            <a:ext cx="6134956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573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835" y="550711"/>
            <a:ext cx="5944430" cy="216247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835" y="3216077"/>
            <a:ext cx="610637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525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43" y="580627"/>
            <a:ext cx="6011114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562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06" y="280548"/>
            <a:ext cx="6001588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941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337" y="675774"/>
            <a:ext cx="4573609" cy="543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310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62195" y="1879371"/>
            <a:ext cx="3477110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66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113</Words>
  <Application>Microsoft Office PowerPoint</Application>
  <PresentationFormat>와이드스크린</PresentationFormat>
  <Paragraphs>43</Paragraphs>
  <Slides>55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59" baseType="lpstr">
      <vt:lpstr>맑은 고딕</vt:lpstr>
      <vt:lpstr>Arial</vt:lpstr>
      <vt:lpstr>Verdana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seik kang</dc:creator>
  <cp:lastModifiedBy> </cp:lastModifiedBy>
  <cp:revision>35</cp:revision>
  <dcterms:created xsi:type="dcterms:W3CDTF">2024-10-09T13:44:01Z</dcterms:created>
  <dcterms:modified xsi:type="dcterms:W3CDTF">2024-10-15T05:15:36Z</dcterms:modified>
</cp:coreProperties>
</file>